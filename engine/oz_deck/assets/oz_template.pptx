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rgbClr val="191919"/>
      </a:dk1>
      <a:lt1>
        <a:srgbClr val="FFFFFF"/>
      </a:lt1>
      <a:dk2>
        <a:srgbClr val="191919"/>
      </a:dk2>
      <a:lt2>
        <a:srgbClr val="F3F2F2"/>
      </a:lt2>
      <a:accent1>
        <a:srgbClr val="EC4324"/>
      </a:accent1>
      <a:accent2>
        <a:srgbClr val="3E9356"/>
      </a:accent2>
      <a:accent3>
        <a:srgbClr val="D3122A"/>
      </a:accent3>
      <a:accent4>
        <a:srgbClr val="191919"/>
      </a:accent4>
      <a:accent5>
        <a:srgbClr val="999999"/>
      </a:accent5>
      <a:accent6>
        <a:srgbClr val="8F3D2E"/>
      </a:accent6>
      <a:hlink>
        <a:srgbClr val="EC4324"/>
      </a:hlink>
      <a:folHlink>
        <a:srgbClr val="8F3D2E"/>
      </a:folHlink>
    </a:clrScheme>
    <a:fontScheme name="Office">
      <a:majorFont>
        <a:latin typeface="Quicksan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Quicksan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