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oz_logo_blanc.png"/><Relationship Id="rId3" Type="http://schemas.openxmlformats.org/officeDocument/2006/relationships/image" Target="../media/oz_fond_chapitre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oz_logo_blanc.png"/><Relationship Id="rId3" Type="http://schemas.openxmlformats.org/officeDocument/2006/relationships/image" Target="../media/oz_fond_chapitre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oz_logo_blanc.png"/><Relationship Id="rId3" Type="http://schemas.openxmlformats.org/officeDocument/2006/relationships/image" Target="../media/oz_fond_chapitre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OZ - Page de garde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3232" y="2331720"/>
            <a:ext cx="10765231" cy="1376883"/>
          </a:xfrm>
        </p:spPr>
        <p:txBody>
          <a:bodyPr lIns="0" rIns="0" tIns="0" bIns="0"/>
          <a:lstStyle>
            <a:lvl1pPr algn="l" marL="0" indent="0">
              <a:buNone/>
              <a:defRPr sz="4400" b="1" cap="all">
                <a:solidFill>
                  <a:srgbClr val="FFFFFF"/>
                </a:solidFill>
                <a:latin typeface="Quicksan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13232" y="3341624"/>
            <a:ext cx="10765231" cy="548640"/>
          </a:xfrm>
        </p:spPr>
        <p:txBody>
          <a:bodyPr/>
          <a:lstStyle>
            <a:lvl1pPr algn="l" marL="0" indent="0">
              <a:buNone/>
              <a:defRPr sz="1500" b="0">
                <a:solidFill>
                  <a:srgbClr val="FFFFFF"/>
                </a:solidFill>
                <a:latin typeface="Quicksand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Z Filet de pied"/>
          <p:cNvSpPr/>
          <p:nvPr/>
        </p:nvSpPr>
        <p:spPr>
          <a:xfrm>
            <a:off x="411480" y="6272784"/>
            <a:ext cx="11368735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8" name="OZ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409067" y="6400800"/>
            <a:ext cx="241337" cy="219456"/>
          </a:xfrm>
          <a:prstGeom prst="rect">
            <a:avLst/>
          </a:prstGeom>
        </p:spPr>
      </p:pic>
      <p:sp>
        <p:nvSpPr>
          <p:cNvPr id="9" name="OZ Mention"/>
          <p:cNvSpPr txBox="1"/>
          <p:nvPr/>
        </p:nvSpPr>
        <p:spPr>
          <a:xfrm>
            <a:off x="794294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fr-FR" sz="800" b="0">
                <a:solidFill>
                  <a:srgbClr val="FFFFFF"/>
                </a:solidFill>
                <a:latin typeface="Quicksand"/>
              </a:rPr>
              <a:t>THE OZ - AGENCE SHOPIFY</a:t>
            </a:r>
          </a:p>
        </p:txBody>
      </p:sp>
      <p:sp>
        <p:nvSpPr>
          <p:cNvPr id="10" name="OZ Type de document"/>
          <p:cNvSpPr txBox="1"/>
          <p:nvPr/>
        </p:nvSpPr>
        <p:spPr>
          <a:xfrm>
            <a:off x="7208215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fr-FR" sz="800" b="0">
                <a:solidFill>
                  <a:srgbClr val="FFFFFF"/>
                </a:solidFill>
                <a:latin typeface="Quicksand"/>
              </a:rPr>
              <a:t>DOCUMENT INTERNE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Z - Titre +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75488"/>
            <a:ext cx="10765231" cy="420624"/>
          </a:xfrm>
        </p:spPr>
        <p:txBody>
          <a:bodyPr lIns="0" rIns="0" tIns="0" bIns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3232" y="1463040"/>
            <a:ext cx="10765231" cy="458114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OZ - Titre de chapitre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148840"/>
            <a:ext cx="10765231" cy="751027"/>
          </a:xfrm>
        </p:spPr>
        <p:txBody>
          <a:bodyPr anchor="t" lIns="0" rIns="0" tIns="0" bIns="0"/>
          <a:lstStyle>
            <a:lvl1pPr algn="l" marL="0" indent="0">
              <a:buNone/>
              <a:defRPr sz="4400" b="1" cap="all">
                <a:solidFill>
                  <a:srgbClr val="191919"/>
                </a:solidFill>
                <a:latin typeface="Quicksan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2774696"/>
            <a:ext cx="10765231" cy="751027"/>
          </a:xfrm>
        </p:spPr>
        <p:txBody>
          <a:bodyPr anchor="b"/>
          <a:lstStyle>
            <a:lvl1pPr algn="l" marL="0" indent="0">
              <a:buNone/>
              <a:defRPr sz="4400" b="1" cap="all">
                <a:solidFill>
                  <a:srgbClr val="FFFFFF"/>
                </a:solidFill>
                <a:latin typeface="Quicksand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Z Filet de pied"/>
          <p:cNvSpPr/>
          <p:nvPr/>
        </p:nvSpPr>
        <p:spPr>
          <a:xfrm>
            <a:off x="411480" y="6272784"/>
            <a:ext cx="11368735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8" name="OZ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409067" y="6400800"/>
            <a:ext cx="241337" cy="219456"/>
          </a:xfrm>
          <a:prstGeom prst="rect">
            <a:avLst/>
          </a:prstGeom>
        </p:spPr>
      </p:pic>
      <p:sp>
        <p:nvSpPr>
          <p:cNvPr id="9" name="OZ Mention"/>
          <p:cNvSpPr txBox="1"/>
          <p:nvPr/>
        </p:nvSpPr>
        <p:spPr>
          <a:xfrm>
            <a:off x="794294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fr-FR" sz="800" b="0">
                <a:solidFill>
                  <a:srgbClr val="FFFFFF"/>
                </a:solidFill>
                <a:latin typeface="Quicksand"/>
              </a:rPr>
              <a:t>THE OZ - AGENCE SHOPIFY</a:t>
            </a:r>
          </a:p>
        </p:txBody>
      </p:sp>
      <p:sp>
        <p:nvSpPr>
          <p:cNvPr id="10" name="OZ Type de document"/>
          <p:cNvSpPr txBox="1"/>
          <p:nvPr/>
        </p:nvSpPr>
        <p:spPr>
          <a:xfrm>
            <a:off x="7208215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fr-FR" sz="800" b="0">
                <a:solidFill>
                  <a:srgbClr val="FFFFFF"/>
                </a:solidFill>
                <a:latin typeface="Quicksand"/>
              </a:rPr>
              <a:t>DOCUMENT INTERNE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OZ - 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75488"/>
            <a:ext cx="10765231" cy="420624"/>
          </a:xfrm>
        </p:spPr>
        <p:txBody>
          <a:bodyPr lIns="0" rIns="0" tIns="0" bIns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3232" y="1463040"/>
            <a:ext cx="5154016" cy="45811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448" y="1463040"/>
            <a:ext cx="5154016" cy="458114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Z - 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75488"/>
            <a:ext cx="10765231" cy="420624"/>
          </a:xfrm>
        </p:spPr>
        <p:txBody>
          <a:bodyPr lIns="0" rIns="0" tIns="0" bIns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Z - Vie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OZ - Page de fin"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4096512"/>
            <a:ext cx="10765231" cy="384048"/>
          </a:xfrm>
        </p:spPr>
        <p:txBody>
          <a:bodyPr anchor="b" lIns="0" rIns="0" tIns="0" bIns="0"/>
          <a:lstStyle>
            <a:lvl1pPr algn="l" marL="0" indent="0">
              <a:buNone/>
              <a:defRPr sz="1400" b="0">
                <a:solidFill>
                  <a:srgbClr val="FFFFFF"/>
                </a:solidFill>
                <a:latin typeface="Quicksand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OZ Filet de pied"/>
          <p:cNvSpPr/>
          <p:nvPr/>
        </p:nvSpPr>
        <p:spPr>
          <a:xfrm>
            <a:off x="411480" y="6272784"/>
            <a:ext cx="11368735" cy="1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pic>
        <p:nvPicPr>
          <p:cNvPr id="9" name="OZ Logo"/>
          <p:cNvPicPr/>
          <p:nvPr/>
        </p:nvPicPr>
        <p:blipFill>
          <a:blip r:embed="rId2"/>
          <a:stretch>
            <a:fillRect/>
          </a:stretch>
        </p:blipFill>
        <p:spPr>
          <a:xfrm>
            <a:off x="409067" y="6400800"/>
            <a:ext cx="241337" cy="219456"/>
          </a:xfrm>
          <a:prstGeom prst="rect">
            <a:avLst/>
          </a:prstGeom>
        </p:spPr>
      </p:pic>
      <p:sp>
        <p:nvSpPr>
          <p:cNvPr id="10" name="OZ Mention"/>
          <p:cNvSpPr txBox="1"/>
          <p:nvPr/>
        </p:nvSpPr>
        <p:spPr>
          <a:xfrm>
            <a:off x="794294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fr-FR" sz="800" b="0">
                <a:solidFill>
                  <a:srgbClr val="FFFFFF"/>
                </a:solidFill>
                <a:latin typeface="Quicksand"/>
              </a:rPr>
              <a:t>THE OZ - AGENCE SHOPIFY</a:t>
            </a:r>
          </a:p>
        </p:txBody>
      </p:sp>
      <p:sp>
        <p:nvSpPr>
          <p:cNvPr id="11" name="OZ Type de document"/>
          <p:cNvSpPr txBox="1"/>
          <p:nvPr/>
        </p:nvSpPr>
        <p:spPr>
          <a:xfrm>
            <a:off x="7208215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/>
            <a:r>
              <a:rPr lang="fr-FR" sz="800" b="0">
                <a:solidFill>
                  <a:srgbClr val="FFFFFF"/>
                </a:solidFill>
                <a:latin typeface="Quicksand"/>
              </a:rPr>
              <a:t>DOCUMENT INTERNE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2" Type="http://schemas.openxmlformats.org/officeDocument/2006/relationships/theme" Target="../theme/theme1.xml"/><Relationship Id="rId13" Type="http://schemas.openxmlformats.org/officeDocument/2006/relationships/image" Target="../media/oz_logo_orange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3232" y="475488"/>
            <a:ext cx="10765231" cy="42062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3232" y="1463040"/>
            <a:ext cx="10765231" cy="45811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OZ Bande laterale"/>
          <p:cNvSpPr/>
          <p:nvPr/>
        </p:nvSpPr>
        <p:spPr>
          <a:xfrm>
            <a:off x="0" y="0"/>
            <a:ext cx="180045" cy="6858000"/>
          </a:xfrm>
          <a:prstGeom prst="rect">
            <a:avLst/>
          </a:prstGeom>
          <a:solidFill>
            <a:srgbClr val="EC4324"/>
          </a:solidFill>
          <a:ln>
            <a:noFill/>
          </a:ln>
        </p:spPr>
      </p:sp>
      <p:sp>
        <p:nvSpPr>
          <p:cNvPr id="8" name="OZ Trait de titre"/>
          <p:cNvSpPr/>
          <p:nvPr/>
        </p:nvSpPr>
        <p:spPr>
          <a:xfrm>
            <a:off x="713232" y="969264"/>
            <a:ext cx="548640" cy="38100"/>
          </a:xfrm>
          <a:prstGeom prst="rect">
            <a:avLst/>
          </a:prstGeom>
          <a:solidFill>
            <a:srgbClr val="EC4324"/>
          </a:solidFill>
          <a:ln>
            <a:noFill/>
          </a:ln>
        </p:spPr>
      </p:sp>
      <p:sp>
        <p:nvSpPr>
          <p:cNvPr id="9" name="OZ Filet de pied"/>
          <p:cNvSpPr/>
          <p:nvPr/>
        </p:nvSpPr>
        <p:spPr>
          <a:xfrm>
            <a:off x="411480" y="6272784"/>
            <a:ext cx="11368735" cy="12700"/>
          </a:xfrm>
          <a:prstGeom prst="rect">
            <a:avLst/>
          </a:prstGeom>
          <a:solidFill>
            <a:srgbClr val="E7E7E7"/>
          </a:solidFill>
          <a:ln>
            <a:noFill/>
          </a:ln>
        </p:spPr>
      </p:sp>
      <p:pic>
        <p:nvPicPr>
          <p:cNvPr id="10" name="OZ Logo"/>
          <p:cNvPicPr/>
          <p:nvPr/>
        </p:nvPicPr>
        <p:blipFill>
          <a:blip r:embed="rId13"/>
          <a:stretch>
            <a:fillRect/>
          </a:stretch>
        </p:blipFill>
        <p:spPr>
          <a:xfrm>
            <a:off x="409067" y="6400800"/>
            <a:ext cx="241337" cy="219456"/>
          </a:xfrm>
          <a:prstGeom prst="rect">
            <a:avLst/>
          </a:prstGeom>
        </p:spPr>
      </p:pic>
      <p:sp>
        <p:nvSpPr>
          <p:cNvPr id="11" name="OZ Mention"/>
          <p:cNvSpPr txBox="1"/>
          <p:nvPr/>
        </p:nvSpPr>
        <p:spPr>
          <a:xfrm>
            <a:off x="794294" y="6400800"/>
            <a:ext cx="4572000" cy="21945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/>
            <a:r>
              <a:rPr lang="fr-FR" sz="800" b="0">
                <a:solidFill>
                  <a:srgbClr val="999999"/>
                </a:solidFill>
                <a:latin typeface="Quicksand"/>
              </a:rPr>
              <a:t>THE OZ - AGENCE SHOPIFY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6"/>
    <p:sldLayoutId id="2147483655" r:id="rId7"/>
    <p:sldLayoutId id="2147483656" r:id="rId8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 cap="all">
          <a:solidFill>
            <a:schemeClr val="tx1"/>
          </a:solidFill>
          <a:latin typeface="Quicksand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buFont typeface="Arial"/>
        <a:buChar char="•"/>
        <a:defRPr sz="1400" kern="1200">
          <a:solidFill>
            <a:schemeClr val="tx1"/>
          </a:solidFill>
          <a:latin typeface="Quicksand"/>
          <a:ea typeface="+mn-ea"/>
          <a:cs typeface="+mn-cs"/>
        </a:defRPr>
      </a:lvl1pPr>
      <a:lvl2pPr marL="742950" indent="-28575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buFont typeface="Arial"/>
        <a:buChar char="–"/>
        <a:defRPr sz="1200" kern="1200">
          <a:solidFill>
            <a:schemeClr val="tx1"/>
          </a:solidFill>
          <a:latin typeface="Quicksand"/>
          <a:ea typeface="+mn-ea"/>
          <a:cs typeface="+mn-cs"/>
        </a:defRPr>
      </a:lvl2pPr>
      <a:lvl3pPr marL="1143000" indent="-2286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buFont typeface="Arial"/>
        <a:buChar char="•"/>
        <a:defRPr sz="1300" kern="1200">
          <a:solidFill>
            <a:schemeClr val="tx1"/>
          </a:solidFill>
          <a:latin typeface="Quicksand"/>
          <a:ea typeface="+mn-ea"/>
          <a:cs typeface="+mn-cs"/>
        </a:defRPr>
      </a:lvl3pPr>
      <a:lvl4pPr marL="1600200" indent="-2286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buFont typeface="Arial"/>
        <a:buChar char="–"/>
        <a:defRPr sz="1200" kern="1200">
          <a:solidFill>
            <a:schemeClr val="tx1"/>
          </a:solidFill>
          <a:latin typeface="Quicksand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buFont typeface="Arial"/>
        <a:buChar char="»"/>
        <a:defRPr sz="1200" kern="1200">
          <a:solidFill>
            <a:schemeClr val="tx1"/>
          </a:solidFill>
          <a:latin typeface="Quicksand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defRPr sz="1400" kern="1200">
          <a:solidFill>
            <a:schemeClr val="tx1"/>
          </a:solidFill>
          <a:latin typeface="Quicksand"/>
          <a:ea typeface="+mn-ea"/>
          <a:cs typeface="+mn-cs"/>
        </a:defRPr>
      </a:lvl1pPr>
      <a:lvl2pPr marL="4572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defRPr sz="1200" kern="1200">
          <a:solidFill>
            <a:schemeClr val="tx1"/>
          </a:solidFill>
          <a:latin typeface="Quicksand"/>
          <a:ea typeface="+mn-ea"/>
          <a:cs typeface="+mn-cs"/>
        </a:defRPr>
      </a:lvl2pPr>
      <a:lvl3pPr marL="9144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defRPr sz="1300" kern="1200">
          <a:solidFill>
            <a:schemeClr val="tx1"/>
          </a:solidFill>
          <a:latin typeface="Quicksand"/>
          <a:ea typeface="+mn-ea"/>
          <a:cs typeface="+mn-cs"/>
        </a:defRPr>
      </a:lvl3pPr>
      <a:lvl4pPr marL="13716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defRPr sz="1200" kern="1200">
          <a:solidFill>
            <a:schemeClr val="tx1"/>
          </a:solidFill>
          <a:latin typeface="Quicksand"/>
          <a:ea typeface="+mn-ea"/>
          <a:cs typeface="+mn-cs"/>
        </a:defRPr>
      </a:lvl4pPr>
      <a:lvl5pPr marL="1828800" algn="l" defTabSz="457200" rtl="0" eaLnBrk="1" latinLnBrk="0" hangingPunct="1">
        <a:lnSpc>
          <a:spcPct val="135000"/>
        </a:lnSpc>
        <a:spcBef>
          <a:spcPts val="0"/>
        </a:spcBef>
        <a:spcAft>
          <a:spcPts val="600"/>
        </a:spcAft>
        <a:defRPr sz="1200" kern="1200">
          <a:solidFill>
            <a:schemeClr val="tx1"/>
          </a:solidFill>
          <a:latin typeface="Quicksand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91919"/>
      </a:dk1>
      <a:lt1>
        <a:srgbClr val="FFFFFF"/>
      </a:lt1>
      <a:dk2>
        <a:srgbClr val="191919"/>
      </a:dk2>
      <a:lt2>
        <a:srgbClr val="F3F2F2"/>
      </a:lt2>
      <a:accent1>
        <a:srgbClr val="EC4324"/>
      </a:accent1>
      <a:accent2>
        <a:srgbClr val="3E9356"/>
      </a:accent2>
      <a:accent3>
        <a:srgbClr val="D3122A"/>
      </a:accent3>
      <a:accent4>
        <a:srgbClr val="191919"/>
      </a:accent4>
      <a:accent5>
        <a:srgbClr val="999999"/>
      </a:accent5>
      <a:accent6>
        <a:srgbClr val="8F3D2E"/>
      </a:accent6>
      <a:hlink>
        <a:srgbClr val="EC4324"/>
      </a:hlink>
      <a:folHlink>
        <a:srgbClr val="8F3D2E"/>
      </a:folHlink>
    </a:clrScheme>
    <a:fontScheme name="Office">
      <a:maj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