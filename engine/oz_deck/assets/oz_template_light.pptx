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OZ - Page de garde">
    <p:bg>
      <p:bgPr>
        <a:gradFill>
          <a:gsLst>
            <a:gs pos="0">
              <a:srgbClr val="F3F2F2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286000"/>
            <a:ext cx="10911535" cy="12801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3657600"/>
            <a:ext cx="10911535" cy="64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Z - Titre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10911535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Z - Titre de chapitre">
    <p:bg>
      <p:bgPr>
        <a:gradFill>
          <a:gsLst>
            <a:gs pos="0">
              <a:srgbClr val="F3F2F2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188720"/>
            <a:ext cx="10911535" cy="4572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Z -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645920"/>
            <a:ext cx="5227168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448" y="1645920"/>
            <a:ext cx="5227168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Z - 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Z -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OZ - Page de fin">
    <p:bg>
      <p:bgPr>
        <a:gradFill>
          <a:gsLst>
            <a:gs pos="0">
              <a:srgbClr val="F3F2F2"/>
            </a:gs>
            <a:gs pos="100000">
              <a:srgbClr val="FFFF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43200"/>
            <a:ext cx="1091153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2" Type="http://schemas.openxmlformats.org/officeDocument/2006/relationships/theme" Target="../theme/theme1.xml"/><Relationship Id="rId13" Type="http://schemas.openxmlformats.org/officeDocument/2006/relationships/image" Target="../media/oz_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10710367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Z Title Bar"/>
          <p:cNvSpPr/>
          <p:nvPr/>
        </p:nvSpPr>
        <p:spPr>
          <a:xfrm>
            <a:off x="640080" y="548640"/>
            <a:ext cx="64008" cy="329184"/>
          </a:xfrm>
          <a:prstGeom prst="rect">
            <a:avLst/>
          </a:prstGeom>
          <a:solidFill>
            <a:srgbClr val="EC4324"/>
          </a:solidFill>
          <a:ln>
            <a:noFill/>
          </a:ln>
        </p:spPr>
      </p:sp>
      <p:sp>
        <p:nvSpPr>
          <p:cNvPr id="8" name="OZ Footer Line"/>
          <p:cNvSpPr/>
          <p:nvPr/>
        </p:nvSpPr>
        <p:spPr>
          <a:xfrm>
            <a:off x="640080" y="6355080"/>
            <a:ext cx="10911535" cy="10973"/>
          </a:xfrm>
          <a:prstGeom prst="rect">
            <a:avLst/>
          </a:prstGeom>
          <a:solidFill>
            <a:srgbClr val="E7E7E7"/>
          </a:solidFill>
          <a:ln>
            <a:noFill/>
          </a:ln>
        </p:spPr>
      </p:sp>
      <p:pic>
        <p:nvPicPr>
          <p:cNvPr id="9" name="OZ Logo"/>
          <p:cNvPicPr/>
          <p:nvPr/>
        </p:nvPicPr>
        <p:blipFill>
          <a:blip r:embed="rId13"/>
          <a:stretch>
            <a:fillRect/>
          </a:stretch>
        </p:blipFill>
        <p:spPr>
          <a:xfrm>
            <a:off x="640080" y="6455664"/>
            <a:ext cx="261449" cy="237744"/>
          </a:xfrm>
          <a:prstGeom prst="rect">
            <a:avLst/>
          </a:prstGeom>
        </p:spPr>
      </p:pic>
      <p:sp>
        <p:nvSpPr>
          <p:cNvPr id="10" name="OZ Footer Left"/>
          <p:cNvSpPr txBox="1"/>
          <p:nvPr/>
        </p:nvSpPr>
        <p:spPr>
          <a:xfrm>
            <a:off x="1047833" y="6464808"/>
            <a:ext cx="73152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fr-FR" sz="900" b="0">
                <a:solidFill>
                  <a:srgbClr val="6B6B6B"/>
                </a:solidFill>
                <a:latin typeface="Quicksand"/>
              </a:rPr>
              <a:t>THE OZ - AGENCE SHOPIFY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  <p:sldLayoutId id="2147483656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2400" kern="1200" b="1" cap="all">
          <a:solidFill>
            <a:schemeClr val="tx1"/>
          </a:solidFill>
          <a:latin typeface="Quicksand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C4324"/>
      </a:accent1>
      <a:accent2>
        <a:srgbClr val="346F53"/>
      </a:accent2>
      <a:accent3>
        <a:srgbClr val="191919"/>
      </a:accent3>
      <a:accent4>
        <a:srgbClr val="999999"/>
      </a:accent4>
      <a:accent5>
        <a:srgbClr val="E7E7E7"/>
      </a:accent5>
      <a:accent6>
        <a:srgbClr val="222222"/>
      </a:accent6>
      <a:hlink>
        <a:srgbClr val="6EA8C0"/>
      </a:hlink>
      <a:folHlink>
        <a:srgbClr val="800080"/>
      </a:folHlink>
    </a:clrScheme>
    <a:fontScheme name="Office">
      <a:majorFont>
        <a:latin typeface="Quicksa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Quicksa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